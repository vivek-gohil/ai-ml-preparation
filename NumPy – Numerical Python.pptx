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571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9D4D-37B8-7E9D-4D8F-2B2A74523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39517-582A-6019-73A8-B1580DDA8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8DE23-BC63-7E81-BABB-FB410D09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A1FA-15B8-1611-B3EF-541E74104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BACD9-DB3D-24EE-3480-EC80E709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32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E6E9-97C6-A8A9-8BC3-778D8DAA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1599F-188C-B82E-F4AD-391D1C9D9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4EB21-3B50-91BB-F370-CE4815C0F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21C4D-421F-8037-506B-1E005ED90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C686C-B1F3-0C91-0A9D-92647173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6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DF6F-94D2-5BB9-2362-2426E8779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FC7F5-A10C-DC64-9037-0D85CB6E0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6131A-9003-730C-2F8D-EE14428A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BA5F5-F7E4-8E00-452D-F989C7F26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27A0-6200-D126-A066-DCB536DD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0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52BE-2966-0ED8-A0C4-1F70F6B0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5EC3-7976-03AC-27D2-2B1462D4A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C415C-6F2D-7BD4-CD41-1F41D898D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27823-783B-2605-2D77-B96FE230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522E9-648E-1D00-8095-251ACC7B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EA311-F7F8-3885-5B97-1A32449A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5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E271-EC6F-4650-1B78-D6C18F9E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35878-8D1D-919D-1864-8651E4F18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C2C2B-0F03-08C3-63A1-C1E05EBFB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AB681-1A03-5A7B-9B22-E65B287ACF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9B0D8-026C-52F6-D939-F904FC007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A2A71-8895-0DE1-0211-5AF3CC50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C0A2E-930F-8298-6FEC-F8CA05974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F62E8-015C-6CB0-846F-00C9304E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1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C0DE3-CBFC-6991-B0B7-B8FB1779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E35F1-E509-E7CC-812E-2BD53588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0D6BF-4E41-F951-2EB2-2BE0A1C7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1A1BF-F105-C2CC-306F-DDF5043A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3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A11D8E-FF5B-4273-84E9-508785A56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07D124-D31F-DB36-0231-87152C75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6101B-19DA-ED6F-CAFF-9231BDF5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6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CA49-AEE4-1D5F-667F-C1A27005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304E-9709-F8FE-C066-36A61E0D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3AEEC-EC15-1724-3ED9-D301758B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865BC-57B7-6EFD-7170-86E2295F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CB349-D2CB-DF7E-F9D1-317C0A05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D175E-484E-4C58-9A7B-C9809C7B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2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4E3C-5883-14FF-673D-2D7CAA83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CBB37-8106-144B-6894-6405A39C1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C563E-69CF-835F-6C94-E3AE597C6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BB6C4-61E2-426A-0B71-4DB46A6EB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35997-8F2D-1CC2-DC9E-C3D0DD97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2A9A6-6816-EADF-A58C-093B316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30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3228-8A33-4931-3245-6779B43B5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DF7C3-805E-9421-A08E-2F40F89A3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4CD7B-3AED-FBE6-BC28-98E71AB4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36CB2-B6B9-4A2D-AC8D-4A3EE1622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4F877-20D2-AAB0-05A7-24F553E6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F45A3-71DC-6CAC-BDE2-E2E130EB3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8DFFC-5C49-0861-C498-809F1A83C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7C890-6E22-5599-3734-E771E224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FDFB5-92AF-3609-536D-297573E9E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8156C-4BE3-883E-1C5B-95931855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D5B55-8B08-D883-B92F-E9C7774A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004EF-2D1D-A69E-0D83-EC9508E39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153AD-1A2D-EF0E-8F9B-91F12E45BC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4FBBA-E9EA-4AE2-A537-379212E35C1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6ACFB-310C-F89A-C387-E400AC85D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623BF-6AAA-22A4-B117-D92F1B178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67A6F-D743-4F12-A49A-97738B02C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76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umpy/nump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225B-F429-50D1-4299-30CF8F1E23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NumPy – Numerical Python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F44F8-C77E-CAAC-33F8-B4417DF84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Vivek Gohil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8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46959-D1B1-B7B8-5784-0A6CE1EC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952EF-2488-4167-1202-35368E8A5B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NumPy Introduction</a:t>
            </a:r>
          </a:p>
          <a:p>
            <a:r>
              <a:rPr lang="en-GB" dirty="0"/>
              <a:t>NumPy Arrays</a:t>
            </a:r>
          </a:p>
          <a:p>
            <a:r>
              <a:rPr lang="en-GB" dirty="0"/>
              <a:t>Arrays Properties</a:t>
            </a:r>
          </a:p>
          <a:p>
            <a:r>
              <a:rPr lang="en-GB" dirty="0"/>
              <a:t>Indexing &amp; Slicing</a:t>
            </a:r>
          </a:p>
          <a:p>
            <a:r>
              <a:rPr lang="en-GB" dirty="0"/>
              <a:t>Array Operations</a:t>
            </a:r>
          </a:p>
          <a:p>
            <a:r>
              <a:rPr lang="en-GB" dirty="0"/>
              <a:t>Broadcasting</a:t>
            </a:r>
          </a:p>
          <a:p>
            <a:r>
              <a:rPr lang="en-GB" dirty="0"/>
              <a:t>Reshaping &amp; Manipulation</a:t>
            </a:r>
          </a:p>
          <a:p>
            <a:r>
              <a:rPr lang="en-GB" dirty="0"/>
              <a:t>Mathematical &amp; Statistical Functions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7115B-ADFA-CBE1-FC0B-8DB595CFD6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Random Module </a:t>
            </a:r>
          </a:p>
          <a:p>
            <a:r>
              <a:rPr lang="en-GB" dirty="0"/>
              <a:t>Boolean Masking and Filtering</a:t>
            </a:r>
          </a:p>
          <a:p>
            <a:r>
              <a:rPr lang="en-GB" dirty="0"/>
              <a:t>Linear Algebra</a:t>
            </a:r>
          </a:p>
          <a:p>
            <a:r>
              <a:rPr lang="en-GB" dirty="0"/>
              <a:t>NumPy for 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90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A10CA2-23E8-B8CF-83B4-041FE3F1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NumPy?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41B84-E2B6-D1DF-CB5A-56AD9269C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NumPy is a Python library used for working with arrays.</a:t>
            </a:r>
          </a:p>
          <a:p>
            <a:r>
              <a:rPr lang="en-IN" dirty="0"/>
              <a:t>It also has functions for working in domain of linear algebra, </a:t>
            </a:r>
            <a:r>
              <a:rPr lang="en-IN" dirty="0" err="1"/>
              <a:t>fourier</a:t>
            </a:r>
            <a:r>
              <a:rPr lang="en-IN" dirty="0"/>
              <a:t> transform and matrices.</a:t>
            </a:r>
          </a:p>
          <a:p>
            <a:r>
              <a:rPr lang="en-IN" dirty="0"/>
              <a:t>NumPy was created in 2005 by Travis Oliphant.</a:t>
            </a:r>
          </a:p>
          <a:p>
            <a:r>
              <a:rPr lang="en-IN" dirty="0"/>
              <a:t>It is an open source project and you can use it freely.</a:t>
            </a:r>
          </a:p>
        </p:txBody>
      </p:sp>
    </p:spTree>
    <p:extLst>
      <p:ext uri="{BB962C8B-B14F-4D97-AF65-F5344CB8AC3E}">
        <p14:creationId xmlns:p14="http://schemas.microsoft.com/office/powerpoint/2010/main" val="172660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61EA-0783-1020-1C48-CBCC6EB1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NumPy?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F89CD-F4E8-C4F3-77C9-ABB8B43B0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 we have lists that serve the purpose of arrays, but they are slow to process.</a:t>
            </a:r>
          </a:p>
          <a:p>
            <a:r>
              <a:rPr lang="en-IN" dirty="0"/>
              <a:t>NumPy aims to provide an array object that is up to 50x faster than traditional Python lists.</a:t>
            </a:r>
          </a:p>
          <a:p>
            <a:r>
              <a:rPr lang="en-IN" dirty="0"/>
              <a:t>The array object in NumPy is called </a:t>
            </a:r>
            <a:r>
              <a:rPr lang="en-IN" dirty="0" err="1"/>
              <a:t>ndarray</a:t>
            </a:r>
            <a:r>
              <a:rPr lang="en-IN" dirty="0"/>
              <a:t>, it provides a lot of supporting functions that make working with </a:t>
            </a:r>
            <a:r>
              <a:rPr lang="en-IN" dirty="0" err="1"/>
              <a:t>ndarray</a:t>
            </a:r>
            <a:r>
              <a:rPr lang="en-IN" dirty="0"/>
              <a:t> very easy.</a:t>
            </a:r>
          </a:p>
          <a:p>
            <a:r>
              <a:rPr lang="en-IN" dirty="0"/>
              <a:t>Arrays are very frequently used in data science, where speed and resources are very important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703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A720-E810-DD9D-C589-A22F13D9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NumPy Faster Than Lists?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B7CE8-5A78-0864-E104-981CBE77B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Why is NumPy Faster Than Lists ?</a:t>
            </a:r>
          </a:p>
          <a:p>
            <a:r>
              <a:rPr lang="en-IN" dirty="0"/>
              <a:t>NumPy arrays are stored at one continuous place in memory unlike lists, so processes can access and manipulate them very efficiently.</a:t>
            </a:r>
          </a:p>
          <a:p>
            <a:r>
              <a:rPr lang="en-IN" dirty="0"/>
              <a:t>This </a:t>
            </a:r>
            <a:r>
              <a:rPr lang="en-US" dirty="0"/>
              <a:t>behavior</a:t>
            </a:r>
            <a:r>
              <a:rPr lang="en-IN" dirty="0"/>
              <a:t> is called locality of reference in computer science.</a:t>
            </a:r>
          </a:p>
          <a:p>
            <a:r>
              <a:rPr lang="en-IN" dirty="0"/>
              <a:t>This is the main reason why NumPy is faster than lists.</a:t>
            </a:r>
          </a:p>
          <a:p>
            <a:r>
              <a:rPr lang="en-IN" dirty="0"/>
              <a:t>Also it is optimized to work with latest CPU architectures.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94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6D65-0912-0E87-76F6-81CA1726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Which Language is NumPy written in?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97795-BC83-451C-17F1-E12DAF6C5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NumPy is Python library and is written partially in Python, but most of the parts that require fast computation are written in C or C++.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720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E386A-45AE-A23A-A699-1C38C24A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is the NumPy Codebase?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EBC62-E9E2-3266-6AD0-185895B01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source code for NumPy is located at this GitHub repository </a:t>
            </a:r>
            <a:r>
              <a:rPr lang="en-US" dirty="0">
                <a:hlinkClick r:id="rId2"/>
              </a:rPr>
              <a:t>GitHub - </a:t>
            </a:r>
            <a:r>
              <a:rPr lang="en-US" dirty="0" err="1">
                <a:hlinkClick r:id="rId2"/>
              </a:rPr>
              <a:t>numpy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numpy</a:t>
            </a:r>
            <a:r>
              <a:rPr lang="en-US" dirty="0">
                <a:hlinkClick r:id="rId2"/>
              </a:rPr>
              <a:t>: The fundamental package for scientific computing with Python. · GitHub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015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A4B1-34DF-175B-D06D-C4A14B55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DB39A-12E6-DCA2-0015-2BF95E39A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does NumPy stand for?</a:t>
            </a:r>
          </a:p>
          <a:p>
            <a:pPr lvl="1"/>
            <a:r>
              <a:rPr lang="en-IN" dirty="0"/>
              <a:t>Number Picker</a:t>
            </a:r>
          </a:p>
          <a:p>
            <a:pPr lvl="1"/>
            <a:r>
              <a:rPr lang="en-IN" dirty="0"/>
              <a:t>Numerical Platform</a:t>
            </a:r>
          </a:p>
          <a:p>
            <a:pPr lvl="1"/>
            <a:r>
              <a:rPr lang="en-IN" dirty="0"/>
              <a:t>Numerical Python</a:t>
            </a:r>
          </a:p>
          <a:p>
            <a:r>
              <a:rPr lang="en-IN" dirty="0"/>
              <a:t>What is the array object in NumPy called?</a:t>
            </a:r>
          </a:p>
          <a:p>
            <a:pPr lvl="1"/>
            <a:r>
              <a:rPr lang="en-IN" dirty="0" err="1"/>
              <a:t>ndarray</a:t>
            </a:r>
            <a:endParaRPr lang="en-IN" dirty="0"/>
          </a:p>
          <a:p>
            <a:pPr lvl="1"/>
            <a:r>
              <a:rPr lang="en-US" dirty="0" err="1"/>
              <a:t>ar</a:t>
            </a:r>
            <a:endParaRPr lang="en-US" dirty="0"/>
          </a:p>
          <a:p>
            <a:pPr lvl="1"/>
            <a:r>
              <a:rPr lang="en-US" dirty="0" err="1"/>
              <a:t>numarr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53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0E97-CC0D-57BC-ED5C-810A70F6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423C4-9D6E-E60D-9587-8A9EA951E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NumPy is an open source project and you can use it freely.</a:t>
            </a:r>
          </a:p>
          <a:p>
            <a:pPr lvl="1"/>
            <a:r>
              <a:rPr lang="en-US" dirty="0"/>
              <a:t>True</a:t>
            </a:r>
          </a:p>
          <a:p>
            <a:pPr lvl="1"/>
            <a:r>
              <a:rPr lang="en-US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726611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5E4B-D5E7-6724-217A-64B26731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NumPy Getting Started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4DFE5-5EE7-A6A9-A518-8EBABD364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Installation of NumPy</a:t>
            </a:r>
          </a:p>
          <a:p>
            <a:pPr lvl="1"/>
            <a:r>
              <a:rPr lang="en-US" dirty="0"/>
              <a:t>If you have Python and PIP already installed on a system, then installation of NumPy is very easy.</a:t>
            </a:r>
          </a:p>
          <a:p>
            <a:pPr lvl="1"/>
            <a:r>
              <a:rPr lang="en-US" dirty="0"/>
              <a:t>Install it using this command: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pip install </a:t>
            </a:r>
            <a:r>
              <a:rPr lang="en-US" dirty="0" err="1">
                <a:latin typeface="Consolas" panose="020B0609020204030204" pitchFamily="49" charset="0"/>
              </a:rPr>
              <a:t>numpy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26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F450-13F4-AF38-A9F8-7B8C868B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 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ED16C-5A1D-F247-C012-FDED99DD5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NumPy is installed, import it in your applications by adding the import keyword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Now the NumPy package can be referred to as np instead of </a:t>
            </a:r>
            <a:r>
              <a:rPr lang="en-GB" dirty="0" err="1"/>
              <a:t>numpy</a:t>
            </a:r>
            <a:r>
              <a:rPr lang="en-GB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D145A-BA06-89CD-02E9-CA52AC1B47CB}"/>
              </a:ext>
            </a:extLst>
          </p:cNvPr>
          <p:cNvSpPr txBox="1"/>
          <p:nvPr/>
        </p:nvSpPr>
        <p:spPr>
          <a:xfrm>
            <a:off x="838200" y="2729308"/>
            <a:ext cx="446633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numpy.array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([1, 2, 3, 4, 5])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37ADA-56DA-F7C4-6189-C9B608CC8EA0}"/>
              </a:ext>
            </a:extLst>
          </p:cNvPr>
          <p:cNvSpPr txBox="1"/>
          <p:nvPr/>
        </p:nvSpPr>
        <p:spPr>
          <a:xfrm>
            <a:off x="838200" y="4291916"/>
            <a:ext cx="446633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([1, 2, 3, 4, 5])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387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AC46-6D49-2BBF-069B-49B6EAC1C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NumPy Creating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5CFA3-3EE3-E85D-9ACA-0B8FE12D2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NumPy is used to work with arrays. The array object in NumPy is called </a:t>
            </a:r>
            <a:r>
              <a:rPr lang="en-IN" dirty="0" err="1"/>
              <a:t>ndarray</a:t>
            </a:r>
            <a:r>
              <a:rPr lang="en-IN" dirty="0"/>
              <a:t>.</a:t>
            </a:r>
          </a:p>
          <a:p>
            <a:r>
              <a:rPr lang="en-IN" dirty="0"/>
              <a:t>We can create a NumPy object using the array() function.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4DF1D-40D9-0FCF-0A9F-336231AAC2CB}"/>
              </a:ext>
            </a:extLst>
          </p:cNvPr>
          <p:cNvSpPr txBox="1"/>
          <p:nvPr/>
        </p:nvSpPr>
        <p:spPr>
          <a:xfrm>
            <a:off x="838200" y="3263724"/>
            <a:ext cx="4466336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([1, 2, 3, 4, 5])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print(type(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38311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B340B-4592-E674-B067-6D735723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 in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5C3E5-BC7F-6026-7451-975551229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dimension in arrays is one level of array depth (nested arrays)</a:t>
            </a:r>
          </a:p>
          <a:p>
            <a:pPr lvl="1"/>
            <a:r>
              <a:rPr lang="en-IN" dirty="0"/>
              <a:t>0-D Arrays </a:t>
            </a:r>
          </a:p>
          <a:p>
            <a:pPr lvl="2"/>
            <a:r>
              <a:rPr lang="en-IN" dirty="0"/>
              <a:t>0-D arrays or Scalars are the elements in an array. Each value in an array is a 0-D array</a:t>
            </a:r>
          </a:p>
          <a:p>
            <a:pPr lvl="1"/>
            <a:r>
              <a:rPr lang="en-IN" dirty="0"/>
              <a:t>1-D Arrays</a:t>
            </a:r>
          </a:p>
          <a:p>
            <a:pPr lvl="2"/>
            <a:r>
              <a:rPr lang="en-GB" dirty="0"/>
              <a:t>An array that has 0-D arrays as its elements is called </a:t>
            </a:r>
            <a:r>
              <a:rPr lang="en-GB" dirty="0" err="1"/>
              <a:t>uni</a:t>
            </a:r>
            <a:r>
              <a:rPr lang="en-GB" dirty="0"/>
              <a:t>-dimensional or 1-D array.</a:t>
            </a:r>
            <a:r>
              <a:rPr lang="en-US" dirty="0"/>
              <a:t> These are the most common and basic arrays.</a:t>
            </a:r>
          </a:p>
          <a:p>
            <a:pPr lvl="1"/>
            <a:r>
              <a:rPr lang="en-US" dirty="0"/>
              <a:t>2-D Arrays</a:t>
            </a:r>
          </a:p>
          <a:p>
            <a:pPr lvl="2"/>
            <a:r>
              <a:rPr lang="en-US" dirty="0"/>
              <a:t>An array that has 1-D arrays as its elements is called a 2-D array.</a:t>
            </a:r>
          </a:p>
          <a:p>
            <a:pPr lvl="2"/>
            <a:r>
              <a:rPr lang="en-GB" dirty="0"/>
              <a:t>These are often used to represent matrix or 2nd order tensors.</a:t>
            </a:r>
          </a:p>
          <a:p>
            <a:pPr lvl="1"/>
            <a:r>
              <a:rPr lang="en-US" dirty="0"/>
              <a:t>3-D arrays</a:t>
            </a:r>
          </a:p>
          <a:p>
            <a:pPr lvl="2"/>
            <a:r>
              <a:rPr lang="en-GB" dirty="0"/>
              <a:t>An array that has 2-D arrays (matrices) as its elements is called 3-D array. These are often used to represent a 3rd order tensor.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893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A5AA-617A-3526-E458-75D3F046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 in Arrays : Examples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C0FBC-26CC-9D56-24FB-1DF1C2826A4D}"/>
              </a:ext>
            </a:extLst>
          </p:cNvPr>
          <p:cNvSpPr txBox="1"/>
          <p:nvPr/>
        </p:nvSpPr>
        <p:spPr>
          <a:xfrm>
            <a:off x="951992" y="2030300"/>
            <a:ext cx="446633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(40);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1E99A-1E00-32C0-02D5-9352632036DD}"/>
              </a:ext>
            </a:extLst>
          </p:cNvPr>
          <p:cNvSpPr txBox="1"/>
          <p:nvPr/>
        </p:nvSpPr>
        <p:spPr>
          <a:xfrm>
            <a:off x="6096000" y="2030300"/>
            <a:ext cx="446633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([1,2,3,4,5])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83073-18D8-3CF2-A335-2C0E56777A6A}"/>
              </a:ext>
            </a:extLst>
          </p:cNvPr>
          <p:cNvSpPr txBox="1"/>
          <p:nvPr/>
        </p:nvSpPr>
        <p:spPr>
          <a:xfrm>
            <a:off x="951992" y="3854589"/>
            <a:ext cx="4466336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[1,2,3],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[4,5,6]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])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82C99-56FA-C323-336B-50411DAD407E}"/>
              </a:ext>
            </a:extLst>
          </p:cNvPr>
          <p:cNvSpPr txBox="1"/>
          <p:nvPr/>
        </p:nvSpPr>
        <p:spPr>
          <a:xfrm>
            <a:off x="6096000" y="2037530"/>
            <a:ext cx="4466336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([1,2,3,4,5])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DAE87-7B3C-13BE-C7C7-D423476648EA}"/>
              </a:ext>
            </a:extLst>
          </p:cNvPr>
          <p:cNvSpPr txBox="1"/>
          <p:nvPr/>
        </p:nvSpPr>
        <p:spPr>
          <a:xfrm>
            <a:off x="6096000" y="3854589"/>
            <a:ext cx="4466336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[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    [1,2,3],[4,5,6]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],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[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    [1,2,3],[4,5,6]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   ]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])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73F551-20D3-E08E-B712-E80D1F0DEBE9}"/>
              </a:ext>
            </a:extLst>
          </p:cNvPr>
          <p:cNvSpPr txBox="1"/>
          <p:nvPr/>
        </p:nvSpPr>
        <p:spPr>
          <a:xfrm>
            <a:off x="951992" y="1601096"/>
            <a:ext cx="1066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0-D Array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A9C5F1-A932-44BB-C1CC-2B7307307622}"/>
              </a:ext>
            </a:extLst>
          </p:cNvPr>
          <p:cNvSpPr txBox="1"/>
          <p:nvPr/>
        </p:nvSpPr>
        <p:spPr>
          <a:xfrm>
            <a:off x="6096000" y="1601096"/>
            <a:ext cx="1066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1-D Array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78A792-4D95-5729-C64F-5A416123F55B}"/>
              </a:ext>
            </a:extLst>
          </p:cNvPr>
          <p:cNvSpPr txBox="1"/>
          <p:nvPr/>
        </p:nvSpPr>
        <p:spPr>
          <a:xfrm>
            <a:off x="951991" y="3433616"/>
            <a:ext cx="1066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2-D Array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7482F-1EBB-AFE3-A47D-BE4A701FAF62}"/>
              </a:ext>
            </a:extLst>
          </p:cNvPr>
          <p:cNvSpPr txBox="1"/>
          <p:nvPr/>
        </p:nvSpPr>
        <p:spPr>
          <a:xfrm>
            <a:off x="6095999" y="3429000"/>
            <a:ext cx="1066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3-D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7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FCE2-694B-186B-05D1-64CD83A3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 in Arrays : Examples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CD3BE9-728C-4A31-D08E-3F4F35AEEE78}"/>
              </a:ext>
            </a:extLst>
          </p:cNvPr>
          <p:cNvSpPr txBox="1"/>
          <p:nvPr/>
        </p:nvSpPr>
        <p:spPr>
          <a:xfrm>
            <a:off x="838200" y="2432189"/>
            <a:ext cx="7976616" cy="313932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endParaRPr lang="en-GB" sz="18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(42)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([1, 2, 3, 4, 5])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([[1, 2, 3], [4, 5, 6]])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([[[1, 2, 3], [4, 5, 6]], [[1, 2, 3], [4, 5, 6]]])</a:t>
            </a:r>
          </a:p>
          <a:p>
            <a:endParaRPr lang="en-GB" sz="18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a.ndim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b.ndim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c.ndim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d.ndim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EDBC7-4977-4043-04E1-98970BBAB26D}"/>
              </a:ext>
            </a:extLst>
          </p:cNvPr>
          <p:cNvSpPr txBox="1"/>
          <p:nvPr/>
        </p:nvSpPr>
        <p:spPr>
          <a:xfrm>
            <a:off x="838200" y="19286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Check how many dimensions the arrays have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9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6247-80A6-2B5F-2DEA-AE558B17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 in Arrays : Examples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98DB3-45FF-DA62-2264-AF728AEB8329}"/>
              </a:ext>
            </a:extLst>
          </p:cNvPr>
          <p:cNvSpPr txBox="1"/>
          <p:nvPr/>
        </p:nvSpPr>
        <p:spPr>
          <a:xfrm>
            <a:off x="838200" y="2464701"/>
            <a:ext cx="6456680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as np</a:t>
            </a:r>
          </a:p>
          <a:p>
            <a:endParaRPr lang="en-GB" sz="18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([1, 2, 3, 4],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ndmin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=5)</a:t>
            </a:r>
          </a:p>
          <a:p>
            <a:endParaRPr lang="en-GB" sz="1800" b="0" i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print('number of dimensions :', </a:t>
            </a:r>
            <a:r>
              <a:rPr lang="en-GB" sz="1800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arr.ndim</a:t>
            </a:r>
            <a:r>
              <a:rPr lang="en-GB" sz="18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167B4-EC0F-7A3E-1481-BDA4A1842437}"/>
              </a:ext>
            </a:extLst>
          </p:cNvPr>
          <p:cNvSpPr txBox="1"/>
          <p:nvPr/>
        </p:nvSpPr>
        <p:spPr>
          <a:xfrm>
            <a:off x="838200" y="1893028"/>
            <a:ext cx="659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Create an array with 5 dimensions and verify that it has 5 dimensions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947</Words>
  <Application>Microsoft Office PowerPoint</Application>
  <PresentationFormat>Widescreen</PresentationFormat>
  <Paragraphs>131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NumPy – Numerical Python</vt:lpstr>
      <vt:lpstr>Content</vt:lpstr>
      <vt:lpstr>What is NumPy?</vt:lpstr>
      <vt:lpstr>Why Use NumPy?</vt:lpstr>
      <vt:lpstr>Why is NumPy Faster Than Lists?</vt:lpstr>
      <vt:lpstr>Which Language is NumPy written in?</vt:lpstr>
      <vt:lpstr>Where is the NumPy Codebase?</vt:lpstr>
      <vt:lpstr>Exercise</vt:lpstr>
      <vt:lpstr>Exercise</vt:lpstr>
      <vt:lpstr>NumPy Getting Started</vt:lpstr>
      <vt:lpstr>Import NumPy</vt:lpstr>
      <vt:lpstr>NumPy Creating Arrays</vt:lpstr>
      <vt:lpstr>Dimensions in Arrays</vt:lpstr>
      <vt:lpstr>Dimensions in Arrays : Examples</vt:lpstr>
      <vt:lpstr>Dimensions in Arrays : Examples</vt:lpstr>
      <vt:lpstr>Dimensions in Arrays :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Gohil</dc:creator>
  <cp:lastModifiedBy>Vivek Gohil</cp:lastModifiedBy>
  <cp:revision>4</cp:revision>
  <dcterms:created xsi:type="dcterms:W3CDTF">2026-09-20T05:06:47Z</dcterms:created>
  <dcterms:modified xsi:type="dcterms:W3CDTF">2026-09-23T07:23:40Z</dcterms:modified>
</cp:coreProperties>
</file>